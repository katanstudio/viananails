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5125700" cy="10693400"/>
  <p:notesSz cx="15125700" cy="10693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2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314954"/>
            <a:ext cx="1285684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5988304"/>
            <a:ext cx="1058799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285" y="427736"/>
            <a:ext cx="1361313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459482"/>
            <a:ext cx="1361313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2738" y="9944862"/>
            <a:ext cx="484022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285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0504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041" y="0"/>
            <a:ext cx="15093950" cy="10692130"/>
            <a:chOff x="26041" y="0"/>
            <a:chExt cx="15093950" cy="106921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41" y="0"/>
              <a:ext cx="15093944" cy="106920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4297" y="979828"/>
              <a:ext cx="7571357" cy="59715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5069" y="8906949"/>
              <a:ext cx="1483330" cy="2529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9687" y="8906949"/>
              <a:ext cx="1660362" cy="21081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817528" y="8906954"/>
              <a:ext cx="718820" cy="210820"/>
            </a:xfrm>
            <a:custGeom>
              <a:avLst/>
              <a:gdLst/>
              <a:ahLst/>
              <a:cxnLst/>
              <a:rect l="l" t="t" r="r" b="b"/>
              <a:pathLst>
                <a:path w="718820" h="210820">
                  <a:moveTo>
                    <a:pt x="138430" y="62484"/>
                  </a:moveTo>
                  <a:lnTo>
                    <a:pt x="135890" y="19304"/>
                  </a:lnTo>
                  <a:lnTo>
                    <a:pt x="0" y="19304"/>
                  </a:lnTo>
                  <a:lnTo>
                    <a:pt x="0" y="32004"/>
                  </a:lnTo>
                  <a:lnTo>
                    <a:pt x="21844" y="35052"/>
                  </a:lnTo>
                  <a:lnTo>
                    <a:pt x="21844" y="193040"/>
                  </a:lnTo>
                  <a:lnTo>
                    <a:pt x="1524" y="195580"/>
                  </a:lnTo>
                  <a:lnTo>
                    <a:pt x="1524" y="208026"/>
                  </a:lnTo>
                  <a:lnTo>
                    <a:pt x="88646" y="208026"/>
                  </a:lnTo>
                  <a:lnTo>
                    <a:pt x="88646" y="195580"/>
                  </a:lnTo>
                  <a:lnTo>
                    <a:pt x="49034" y="193040"/>
                  </a:lnTo>
                  <a:lnTo>
                    <a:pt x="49034" y="120650"/>
                  </a:lnTo>
                  <a:lnTo>
                    <a:pt x="94996" y="121666"/>
                  </a:lnTo>
                  <a:lnTo>
                    <a:pt x="99568" y="143776"/>
                  </a:lnTo>
                  <a:lnTo>
                    <a:pt x="112776" y="143776"/>
                  </a:lnTo>
                  <a:lnTo>
                    <a:pt x="112776" y="84328"/>
                  </a:lnTo>
                  <a:lnTo>
                    <a:pt x="99326" y="84328"/>
                  </a:lnTo>
                  <a:lnTo>
                    <a:pt x="94996" y="105410"/>
                  </a:lnTo>
                  <a:lnTo>
                    <a:pt x="49034" y="106184"/>
                  </a:lnTo>
                  <a:lnTo>
                    <a:pt x="49034" y="32512"/>
                  </a:lnTo>
                  <a:lnTo>
                    <a:pt x="114300" y="34290"/>
                  </a:lnTo>
                  <a:lnTo>
                    <a:pt x="121920" y="62484"/>
                  </a:lnTo>
                  <a:lnTo>
                    <a:pt x="138430" y="62484"/>
                  </a:lnTo>
                  <a:close/>
                </a:path>
                <a:path w="718820" h="210820">
                  <a:moveTo>
                    <a:pt x="274078" y="123952"/>
                  </a:moveTo>
                  <a:lnTo>
                    <a:pt x="266001" y="83578"/>
                  </a:lnTo>
                  <a:lnTo>
                    <a:pt x="261137" y="77470"/>
                  </a:lnTo>
                  <a:lnTo>
                    <a:pt x="260235" y="76327"/>
                  </a:lnTo>
                  <a:lnTo>
                    <a:pt x="253034" y="70599"/>
                  </a:lnTo>
                  <a:lnTo>
                    <a:pt x="246900" y="67665"/>
                  </a:lnTo>
                  <a:lnTo>
                    <a:pt x="246900" y="116763"/>
                  </a:lnTo>
                  <a:lnTo>
                    <a:pt x="246646" y="120396"/>
                  </a:lnTo>
                  <a:lnTo>
                    <a:pt x="246138" y="123952"/>
                  </a:lnTo>
                  <a:lnTo>
                    <a:pt x="185178" y="123952"/>
                  </a:lnTo>
                  <a:lnTo>
                    <a:pt x="199999" y="83439"/>
                  </a:lnTo>
                  <a:lnTo>
                    <a:pt x="218706" y="77470"/>
                  </a:lnTo>
                  <a:lnTo>
                    <a:pt x="228358" y="77470"/>
                  </a:lnTo>
                  <a:lnTo>
                    <a:pt x="246849" y="112280"/>
                  </a:lnTo>
                  <a:lnTo>
                    <a:pt x="246900" y="116763"/>
                  </a:lnTo>
                  <a:lnTo>
                    <a:pt x="246900" y="67665"/>
                  </a:lnTo>
                  <a:lnTo>
                    <a:pt x="244513" y="66509"/>
                  </a:lnTo>
                  <a:lnTo>
                    <a:pt x="234683" y="64058"/>
                  </a:lnTo>
                  <a:lnTo>
                    <a:pt x="223532" y="63246"/>
                  </a:lnTo>
                  <a:lnTo>
                    <a:pt x="214134" y="63817"/>
                  </a:lnTo>
                  <a:lnTo>
                    <a:pt x="175679" y="83439"/>
                  </a:lnTo>
                  <a:lnTo>
                    <a:pt x="157759" y="126441"/>
                  </a:lnTo>
                  <a:lnTo>
                    <a:pt x="157238" y="137160"/>
                  </a:lnTo>
                  <a:lnTo>
                    <a:pt x="158242" y="153085"/>
                  </a:lnTo>
                  <a:lnTo>
                    <a:pt x="173367" y="190754"/>
                  </a:lnTo>
                  <a:lnTo>
                    <a:pt x="220230" y="210820"/>
                  </a:lnTo>
                  <a:lnTo>
                    <a:pt x="227685" y="210464"/>
                  </a:lnTo>
                  <a:lnTo>
                    <a:pt x="267398" y="195707"/>
                  </a:lnTo>
                  <a:lnTo>
                    <a:pt x="271538" y="192024"/>
                  </a:lnTo>
                  <a:lnTo>
                    <a:pt x="266712" y="180848"/>
                  </a:lnTo>
                  <a:lnTo>
                    <a:pt x="262648" y="184238"/>
                  </a:lnTo>
                  <a:lnTo>
                    <a:pt x="256933" y="187159"/>
                  </a:lnTo>
                  <a:lnTo>
                    <a:pt x="242189" y="192062"/>
                  </a:lnTo>
                  <a:lnTo>
                    <a:pt x="235127" y="193294"/>
                  </a:lnTo>
                  <a:lnTo>
                    <a:pt x="228358" y="193294"/>
                  </a:lnTo>
                  <a:lnTo>
                    <a:pt x="191681" y="169633"/>
                  </a:lnTo>
                  <a:lnTo>
                    <a:pt x="184924" y="137426"/>
                  </a:lnTo>
                  <a:lnTo>
                    <a:pt x="272300" y="137426"/>
                  </a:lnTo>
                  <a:lnTo>
                    <a:pt x="273481" y="132003"/>
                  </a:lnTo>
                  <a:lnTo>
                    <a:pt x="274078" y="124129"/>
                  </a:lnTo>
                  <a:lnTo>
                    <a:pt x="274078" y="123952"/>
                  </a:lnTo>
                  <a:close/>
                </a:path>
                <a:path w="718820" h="210820">
                  <a:moveTo>
                    <a:pt x="404114" y="192265"/>
                  </a:moveTo>
                  <a:lnTo>
                    <a:pt x="399288" y="182105"/>
                  </a:lnTo>
                  <a:lnTo>
                    <a:pt x="394728" y="185166"/>
                  </a:lnTo>
                  <a:lnTo>
                    <a:pt x="389255" y="187794"/>
                  </a:lnTo>
                  <a:lnTo>
                    <a:pt x="376555" y="192189"/>
                  </a:lnTo>
                  <a:lnTo>
                    <a:pt x="369836" y="193281"/>
                  </a:lnTo>
                  <a:lnTo>
                    <a:pt x="362724" y="193281"/>
                  </a:lnTo>
                  <a:lnTo>
                    <a:pt x="327558" y="168973"/>
                  </a:lnTo>
                  <a:lnTo>
                    <a:pt x="321056" y="132067"/>
                  </a:lnTo>
                  <a:lnTo>
                    <a:pt x="321691" y="119621"/>
                  </a:lnTo>
                  <a:lnTo>
                    <a:pt x="343509" y="80543"/>
                  </a:lnTo>
                  <a:lnTo>
                    <a:pt x="359422" y="76949"/>
                  </a:lnTo>
                  <a:lnTo>
                    <a:pt x="371259" y="76949"/>
                  </a:lnTo>
                  <a:lnTo>
                    <a:pt x="377698" y="79336"/>
                  </a:lnTo>
                  <a:lnTo>
                    <a:pt x="384314" y="109982"/>
                  </a:lnTo>
                  <a:lnTo>
                    <a:pt x="400824" y="109982"/>
                  </a:lnTo>
                  <a:lnTo>
                    <a:pt x="401840" y="70866"/>
                  </a:lnTo>
                  <a:lnTo>
                    <a:pt x="388289" y="66636"/>
                  </a:lnTo>
                  <a:lnTo>
                    <a:pt x="377786" y="63919"/>
                  </a:lnTo>
                  <a:lnTo>
                    <a:pt x="371525" y="63233"/>
                  </a:lnTo>
                  <a:lnTo>
                    <a:pt x="364248" y="63233"/>
                  </a:lnTo>
                  <a:lnTo>
                    <a:pt x="325513" y="73266"/>
                  </a:lnTo>
                  <a:lnTo>
                    <a:pt x="297510" y="109093"/>
                  </a:lnTo>
                  <a:lnTo>
                    <a:pt x="292874" y="138417"/>
                  </a:lnTo>
                  <a:lnTo>
                    <a:pt x="293319" y="148564"/>
                  </a:lnTo>
                  <a:lnTo>
                    <a:pt x="309118" y="190284"/>
                  </a:lnTo>
                  <a:lnTo>
                    <a:pt x="346862" y="210223"/>
                  </a:lnTo>
                  <a:lnTo>
                    <a:pt x="356882" y="210807"/>
                  </a:lnTo>
                  <a:lnTo>
                    <a:pt x="363702" y="210464"/>
                  </a:lnTo>
                  <a:lnTo>
                    <a:pt x="399554" y="197015"/>
                  </a:lnTo>
                  <a:lnTo>
                    <a:pt x="404114" y="192265"/>
                  </a:lnTo>
                  <a:close/>
                </a:path>
                <a:path w="718820" h="210820">
                  <a:moveTo>
                    <a:pt x="574802" y="195567"/>
                  </a:moveTo>
                  <a:lnTo>
                    <a:pt x="557022" y="193294"/>
                  </a:lnTo>
                  <a:lnTo>
                    <a:pt x="557022" y="122428"/>
                  </a:lnTo>
                  <a:lnTo>
                    <a:pt x="556806" y="112306"/>
                  </a:lnTo>
                  <a:lnTo>
                    <a:pt x="546950" y="73914"/>
                  </a:lnTo>
                  <a:lnTo>
                    <a:pt x="516128" y="63754"/>
                  </a:lnTo>
                  <a:lnTo>
                    <a:pt x="508901" y="64160"/>
                  </a:lnTo>
                  <a:lnTo>
                    <a:pt x="469519" y="80695"/>
                  </a:lnTo>
                  <a:lnTo>
                    <a:pt x="465061" y="84328"/>
                  </a:lnTo>
                  <a:lnTo>
                    <a:pt x="466090" y="62725"/>
                  </a:lnTo>
                  <a:lnTo>
                    <a:pt x="466090" y="3810"/>
                  </a:lnTo>
                  <a:lnTo>
                    <a:pt x="460502" y="0"/>
                  </a:lnTo>
                  <a:lnTo>
                    <a:pt x="418579" y="4826"/>
                  </a:lnTo>
                  <a:lnTo>
                    <a:pt x="418579" y="15748"/>
                  </a:lnTo>
                  <a:lnTo>
                    <a:pt x="439928" y="18542"/>
                  </a:lnTo>
                  <a:lnTo>
                    <a:pt x="439928" y="193548"/>
                  </a:lnTo>
                  <a:lnTo>
                    <a:pt x="424688" y="195567"/>
                  </a:lnTo>
                  <a:lnTo>
                    <a:pt x="424688" y="208026"/>
                  </a:lnTo>
                  <a:lnTo>
                    <a:pt x="483870" y="208026"/>
                  </a:lnTo>
                  <a:lnTo>
                    <a:pt x="483870" y="195567"/>
                  </a:lnTo>
                  <a:lnTo>
                    <a:pt x="466344" y="193294"/>
                  </a:lnTo>
                  <a:lnTo>
                    <a:pt x="466344" y="97028"/>
                  </a:lnTo>
                  <a:lnTo>
                    <a:pt x="471589" y="92964"/>
                  </a:lnTo>
                  <a:lnTo>
                    <a:pt x="477685" y="89408"/>
                  </a:lnTo>
                  <a:lnTo>
                    <a:pt x="491566" y="83312"/>
                  </a:lnTo>
                  <a:lnTo>
                    <a:pt x="498094" y="81775"/>
                  </a:lnTo>
                  <a:lnTo>
                    <a:pt x="511632" y="81775"/>
                  </a:lnTo>
                  <a:lnTo>
                    <a:pt x="530606" y="112179"/>
                  </a:lnTo>
                  <a:lnTo>
                    <a:pt x="530606" y="193294"/>
                  </a:lnTo>
                  <a:lnTo>
                    <a:pt x="514096" y="195567"/>
                  </a:lnTo>
                  <a:lnTo>
                    <a:pt x="514096" y="208026"/>
                  </a:lnTo>
                  <a:lnTo>
                    <a:pt x="574802" y="208026"/>
                  </a:lnTo>
                  <a:lnTo>
                    <a:pt x="574802" y="195567"/>
                  </a:lnTo>
                  <a:close/>
                </a:path>
                <a:path w="718820" h="210820">
                  <a:moveTo>
                    <a:pt x="718312" y="195567"/>
                  </a:moveTo>
                  <a:lnTo>
                    <a:pt x="703326" y="195567"/>
                  </a:lnTo>
                  <a:lnTo>
                    <a:pt x="703326" y="190500"/>
                  </a:lnTo>
                  <a:lnTo>
                    <a:pt x="703326" y="136144"/>
                  </a:lnTo>
                  <a:lnTo>
                    <a:pt x="703326" y="114046"/>
                  </a:lnTo>
                  <a:lnTo>
                    <a:pt x="703046" y="105359"/>
                  </a:lnTo>
                  <a:lnTo>
                    <a:pt x="702183" y="97599"/>
                  </a:lnTo>
                  <a:lnTo>
                    <a:pt x="700760" y="90754"/>
                  </a:lnTo>
                  <a:lnTo>
                    <a:pt x="698754" y="84836"/>
                  </a:lnTo>
                  <a:lnTo>
                    <a:pt x="698220" y="83566"/>
                  </a:lnTo>
                  <a:lnTo>
                    <a:pt x="695706" y="77558"/>
                  </a:lnTo>
                  <a:lnTo>
                    <a:pt x="655066" y="64008"/>
                  </a:lnTo>
                  <a:lnTo>
                    <a:pt x="647268" y="64008"/>
                  </a:lnTo>
                  <a:lnTo>
                    <a:pt x="605193" y="78740"/>
                  </a:lnTo>
                  <a:lnTo>
                    <a:pt x="598932" y="83058"/>
                  </a:lnTo>
                  <a:lnTo>
                    <a:pt x="605282" y="96266"/>
                  </a:lnTo>
                  <a:lnTo>
                    <a:pt x="612051" y="92710"/>
                  </a:lnTo>
                  <a:lnTo>
                    <a:pt x="618871" y="89712"/>
                  </a:lnTo>
                  <a:lnTo>
                    <a:pt x="632587" y="84797"/>
                  </a:lnTo>
                  <a:lnTo>
                    <a:pt x="640334" y="83566"/>
                  </a:lnTo>
                  <a:lnTo>
                    <a:pt x="656590" y="83566"/>
                  </a:lnTo>
                  <a:lnTo>
                    <a:pt x="677926" y="107619"/>
                  </a:lnTo>
                  <a:lnTo>
                    <a:pt x="677926" y="122682"/>
                  </a:lnTo>
                  <a:lnTo>
                    <a:pt x="677926" y="136144"/>
                  </a:lnTo>
                  <a:lnTo>
                    <a:pt x="677926" y="179832"/>
                  </a:lnTo>
                  <a:lnTo>
                    <a:pt x="673176" y="183553"/>
                  </a:lnTo>
                  <a:lnTo>
                    <a:pt x="667931" y="186778"/>
                  </a:lnTo>
                  <a:lnTo>
                    <a:pt x="656424" y="192201"/>
                  </a:lnTo>
                  <a:lnTo>
                    <a:pt x="651332" y="193548"/>
                  </a:lnTo>
                  <a:lnTo>
                    <a:pt x="639318" y="193548"/>
                  </a:lnTo>
                  <a:lnTo>
                    <a:pt x="633260" y="191389"/>
                  </a:lnTo>
                  <a:lnTo>
                    <a:pt x="624293" y="182753"/>
                  </a:lnTo>
                  <a:lnTo>
                    <a:pt x="622046" y="176022"/>
                  </a:lnTo>
                  <a:lnTo>
                    <a:pt x="622046" y="166878"/>
                  </a:lnTo>
                  <a:lnTo>
                    <a:pt x="653643" y="138264"/>
                  </a:lnTo>
                  <a:lnTo>
                    <a:pt x="677926" y="136144"/>
                  </a:lnTo>
                  <a:lnTo>
                    <a:pt x="677926" y="122682"/>
                  </a:lnTo>
                  <a:lnTo>
                    <a:pt x="630199" y="129755"/>
                  </a:lnTo>
                  <a:lnTo>
                    <a:pt x="595096" y="158775"/>
                  </a:lnTo>
                  <a:lnTo>
                    <a:pt x="593598" y="169926"/>
                  </a:lnTo>
                  <a:lnTo>
                    <a:pt x="594360" y="179247"/>
                  </a:lnTo>
                  <a:lnTo>
                    <a:pt x="619277" y="208178"/>
                  </a:lnTo>
                  <a:lnTo>
                    <a:pt x="636016" y="210820"/>
                  </a:lnTo>
                  <a:lnTo>
                    <a:pt x="642823" y="210426"/>
                  </a:lnTo>
                  <a:lnTo>
                    <a:pt x="679704" y="190500"/>
                  </a:lnTo>
                  <a:lnTo>
                    <a:pt x="679704" y="203796"/>
                  </a:lnTo>
                  <a:lnTo>
                    <a:pt x="680542" y="206971"/>
                  </a:lnTo>
                  <a:lnTo>
                    <a:pt x="683933" y="209854"/>
                  </a:lnTo>
                  <a:lnTo>
                    <a:pt x="687158" y="210566"/>
                  </a:lnTo>
                  <a:lnTo>
                    <a:pt x="695782" y="210566"/>
                  </a:lnTo>
                  <a:lnTo>
                    <a:pt x="700316" y="210146"/>
                  </a:lnTo>
                  <a:lnTo>
                    <a:pt x="710641" y="208445"/>
                  </a:lnTo>
                  <a:lnTo>
                    <a:pt x="714921" y="207606"/>
                  </a:lnTo>
                  <a:lnTo>
                    <a:pt x="718312" y="206756"/>
                  </a:lnTo>
                  <a:lnTo>
                    <a:pt x="718312" y="19556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10663" y="6305966"/>
              <a:ext cx="8498840" cy="0"/>
            </a:xfrm>
            <a:custGeom>
              <a:avLst/>
              <a:gdLst/>
              <a:ahLst/>
              <a:cxnLst/>
              <a:rect l="l" t="t" r="r" b="b"/>
              <a:pathLst>
                <a:path w="8498840">
                  <a:moveTo>
                    <a:pt x="0" y="0"/>
                  </a:moveTo>
                  <a:lnTo>
                    <a:pt x="8498674" y="0"/>
                  </a:lnTo>
                </a:path>
              </a:pathLst>
            </a:custGeom>
            <a:ln w="6350">
              <a:solidFill>
                <a:srgbClr val="30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326" y="9643709"/>
              <a:ext cx="4772660" cy="0"/>
            </a:xfrm>
            <a:custGeom>
              <a:avLst/>
              <a:gdLst/>
              <a:ahLst/>
              <a:cxnLst/>
              <a:rect l="l" t="t" r="r" b="b"/>
              <a:pathLst>
                <a:path w="4772660">
                  <a:moveTo>
                    <a:pt x="0" y="0"/>
                  </a:moveTo>
                  <a:lnTo>
                    <a:pt x="4772113" y="0"/>
                  </a:lnTo>
                </a:path>
              </a:pathLst>
            </a:custGeom>
            <a:ln w="6350">
              <a:solidFill>
                <a:srgbClr val="30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81587" y="9643709"/>
              <a:ext cx="3185795" cy="0"/>
            </a:xfrm>
            <a:custGeom>
              <a:avLst/>
              <a:gdLst/>
              <a:ahLst/>
              <a:cxnLst/>
              <a:rect l="l" t="t" r="r" b="b"/>
              <a:pathLst>
                <a:path w="3185794">
                  <a:moveTo>
                    <a:pt x="0" y="0"/>
                  </a:moveTo>
                  <a:lnTo>
                    <a:pt x="3185655" y="0"/>
                  </a:lnTo>
                </a:path>
              </a:pathLst>
            </a:custGeom>
            <a:ln w="6350">
              <a:solidFill>
                <a:srgbClr val="30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1394" y="4870965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9050" y="0"/>
                  </a:lnTo>
                </a:path>
              </a:pathLst>
            </a:custGeom>
            <a:ln w="7251">
              <a:solidFill>
                <a:srgbClr val="30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68445" y="4870965"/>
              <a:ext cx="11002645" cy="0"/>
            </a:xfrm>
            <a:custGeom>
              <a:avLst/>
              <a:gdLst/>
              <a:ahLst/>
              <a:cxnLst/>
              <a:rect l="l" t="t" r="r" b="b"/>
              <a:pathLst>
                <a:path w="11002644">
                  <a:moveTo>
                    <a:pt x="0" y="0"/>
                  </a:moveTo>
                  <a:lnTo>
                    <a:pt x="11002111" y="0"/>
                  </a:lnTo>
                </a:path>
              </a:pathLst>
            </a:custGeom>
            <a:ln w="7251">
              <a:solidFill>
                <a:srgbClr val="30333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89554" y="4870965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9050" y="0"/>
                  </a:lnTo>
                </a:path>
              </a:pathLst>
            </a:custGeom>
            <a:ln w="7251">
              <a:solidFill>
                <a:srgbClr val="3033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311" y="149428"/>
              <a:ext cx="14807565" cy="10427335"/>
            </a:xfrm>
            <a:custGeom>
              <a:avLst/>
              <a:gdLst/>
              <a:ahLst/>
              <a:cxnLst/>
              <a:rect l="l" t="t" r="r" b="b"/>
              <a:pathLst>
                <a:path w="14807565" h="10427335">
                  <a:moveTo>
                    <a:pt x="14807387" y="10427106"/>
                  </a:moveTo>
                  <a:lnTo>
                    <a:pt x="0" y="10427106"/>
                  </a:lnTo>
                  <a:lnTo>
                    <a:pt x="0" y="0"/>
                  </a:lnTo>
                  <a:lnTo>
                    <a:pt x="14807387" y="0"/>
                  </a:lnTo>
                  <a:lnTo>
                    <a:pt x="14807387" y="10427106"/>
                  </a:lnTo>
                  <a:close/>
                </a:path>
              </a:pathLst>
            </a:custGeom>
            <a:ln w="254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1310" y="2936481"/>
              <a:ext cx="1917144" cy="27316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9142" y="9593453"/>
              <a:ext cx="81762" cy="967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7476" y="9593453"/>
              <a:ext cx="89522" cy="9673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993559" y="9593453"/>
              <a:ext cx="12700" cy="97155"/>
            </a:xfrm>
            <a:custGeom>
              <a:avLst/>
              <a:gdLst/>
              <a:ahLst/>
              <a:cxnLst/>
              <a:rect l="l" t="t" r="r" b="b"/>
              <a:pathLst>
                <a:path w="12700" h="97154">
                  <a:moveTo>
                    <a:pt x="12268" y="0"/>
                  </a:moveTo>
                  <a:lnTo>
                    <a:pt x="0" y="0"/>
                  </a:lnTo>
                  <a:lnTo>
                    <a:pt x="0" y="96735"/>
                  </a:lnTo>
                  <a:lnTo>
                    <a:pt x="12268" y="96735"/>
                  </a:lnTo>
                  <a:lnTo>
                    <a:pt x="12268" y="0"/>
                  </a:lnTo>
                  <a:close/>
                </a:path>
              </a:pathLst>
            </a:custGeom>
            <a:solidFill>
              <a:srgbClr val="0D13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42616" y="9593458"/>
              <a:ext cx="66230" cy="9673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28188" y="9592777"/>
              <a:ext cx="74536" cy="983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66091" y="9593453"/>
              <a:ext cx="89522" cy="967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82176" y="9593461"/>
              <a:ext cx="73863" cy="967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75249" y="9593461"/>
              <a:ext cx="79032" cy="9673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11366" y="9592908"/>
              <a:ext cx="297050" cy="981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46175" y="9593453"/>
              <a:ext cx="65684" cy="967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34986" y="9593454"/>
              <a:ext cx="80263" cy="9673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142244" y="9593458"/>
              <a:ext cx="95923" cy="9673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65146" y="9593455"/>
              <a:ext cx="85712" cy="9673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36164" y="8024673"/>
              <a:ext cx="64414" cy="6440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12421" y="8024673"/>
              <a:ext cx="64401" cy="6440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63182" y="7724920"/>
              <a:ext cx="64401" cy="6440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90356" y="7724920"/>
              <a:ext cx="64414" cy="6440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27799" y="7375608"/>
              <a:ext cx="64401" cy="6441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05587" y="7209193"/>
              <a:ext cx="2108885" cy="138430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78431" y="8780271"/>
              <a:ext cx="51435" cy="51435"/>
            </a:xfrm>
            <a:custGeom>
              <a:avLst/>
              <a:gdLst/>
              <a:ahLst/>
              <a:cxnLst/>
              <a:rect l="l" t="t" r="r" b="b"/>
              <a:pathLst>
                <a:path w="51434" h="51434">
                  <a:moveTo>
                    <a:pt x="32854" y="0"/>
                  </a:moveTo>
                  <a:lnTo>
                    <a:pt x="18707" y="0"/>
                  </a:lnTo>
                  <a:lnTo>
                    <a:pt x="12547" y="2501"/>
                  </a:lnTo>
                  <a:lnTo>
                    <a:pt x="2501" y="12547"/>
                  </a:lnTo>
                  <a:lnTo>
                    <a:pt x="0" y="18707"/>
                  </a:lnTo>
                  <a:lnTo>
                    <a:pt x="0" y="32829"/>
                  </a:lnTo>
                  <a:lnTo>
                    <a:pt x="2501" y="38760"/>
                  </a:lnTo>
                  <a:lnTo>
                    <a:pt x="12547" y="48793"/>
                  </a:lnTo>
                  <a:lnTo>
                    <a:pt x="18707" y="51295"/>
                  </a:lnTo>
                  <a:lnTo>
                    <a:pt x="25996" y="51295"/>
                  </a:lnTo>
                  <a:lnTo>
                    <a:pt x="32854" y="51295"/>
                  </a:lnTo>
                  <a:lnTo>
                    <a:pt x="38760" y="48793"/>
                  </a:lnTo>
                  <a:lnTo>
                    <a:pt x="48793" y="38760"/>
                  </a:lnTo>
                  <a:lnTo>
                    <a:pt x="51308" y="32829"/>
                  </a:lnTo>
                  <a:lnTo>
                    <a:pt x="51308" y="18707"/>
                  </a:lnTo>
                  <a:lnTo>
                    <a:pt x="48793" y="12547"/>
                  </a:lnTo>
                  <a:lnTo>
                    <a:pt x="38760" y="2501"/>
                  </a:lnTo>
                  <a:lnTo>
                    <a:pt x="32854" y="0"/>
                  </a:lnTo>
                  <a:close/>
                </a:path>
              </a:pathLst>
            </a:custGeom>
            <a:solidFill>
              <a:srgbClr val="0D13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55381" y="8881565"/>
              <a:ext cx="2031212" cy="469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84238" y="8551263"/>
              <a:ext cx="1780375" cy="8343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54914" y="246570"/>
              <a:ext cx="14611350" cy="10233025"/>
            </a:xfrm>
            <a:custGeom>
              <a:avLst/>
              <a:gdLst/>
              <a:ahLst/>
              <a:cxnLst/>
              <a:rect l="l" t="t" r="r" b="b"/>
              <a:pathLst>
                <a:path w="14611350" h="10233025">
                  <a:moveTo>
                    <a:pt x="14610740" y="10232834"/>
                  </a:moveTo>
                  <a:lnTo>
                    <a:pt x="0" y="10232834"/>
                  </a:lnTo>
                  <a:lnTo>
                    <a:pt x="0" y="0"/>
                  </a:lnTo>
                  <a:lnTo>
                    <a:pt x="14610740" y="0"/>
                  </a:lnTo>
                  <a:lnTo>
                    <a:pt x="14610740" y="10232834"/>
                  </a:lnTo>
                  <a:close/>
                </a:path>
              </a:pathLst>
            </a:custGeom>
            <a:ln w="1266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</dc:title>
  <dc:creator>Trini</dc:creator>
  <cp:lastModifiedBy>Trini</cp:lastModifiedBy>
  <cp:revision>1</cp:revision>
  <dcterms:created xsi:type="dcterms:W3CDTF">2022-09-06T09:27:14Z</dcterms:created>
  <dcterms:modified xsi:type="dcterms:W3CDTF">2022-09-06T10:34:29Z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2022-09-06T00:00:00Z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2022-09-06T00:00:00Z</vt:filetime>
  </property>
</Properties>
</file>